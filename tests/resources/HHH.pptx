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81725" y="0"/>
            <a:ext cx="16600932" cy="112681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2026-10-19T09:25:13Z</dcterms:created>
  <dcterms:modified xsi:type="dcterms:W3CDTF">2026-10-19T09:25:13Z</dcterms:modified>
</cp:coreProperties>
</file>